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anose="020F0502020204030204" pitchFamily="2" charset="0"/>
      <p:regular r:id="rId15"/>
      <p:bold r:id="rId16"/>
      <p:italic r:id="rId17"/>
      <p:boldItalic r:id="rId18"/>
    </p:embeddedFont>
    <p:embeddedFont>
      <p:font typeface="Merriweather" panose="020F0502020204030204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E54FB9-B8C6-47EE-9038-1A83B7FFFB59}">
  <a:tblStyle styleId="{BDE54FB9-B8C6-47EE-9038-1A83B7FFFB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3100" y="4614862"/>
            <a:ext cx="83058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35455" y="1957387"/>
            <a:ext cx="872109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Xây dựng Website bán hàng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Nông sản Miền Tây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43100" y="3671887"/>
            <a:ext cx="83058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ĐỒ ÁN THỰC TẬP CHUYÊN NGÀNH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943100" y="4910137"/>
            <a:ext cx="830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Sinh viên: </a:t>
            </a:r>
            <a:r>
              <a:rPr lang="en-US" sz="18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Nguyễn Quyền</a:t>
            </a:r>
            <a:r>
              <a:rPr lang="en-US" sz="18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(MSSV: 170123063)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943100" y="5395912"/>
            <a:ext cx="830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GVHD: </a:t>
            </a:r>
            <a:r>
              <a:rPr lang="en-US" sz="180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TS. Nguyễn Nhứt Lam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943100" y="5881687"/>
            <a:ext cx="83058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Lớp: DX23TT9 | Khóa: 2023-2027</a:t>
            </a:r>
            <a:endParaRPr/>
          </a:p>
        </p:txBody>
      </p:sp>
      <p:pic>
        <p:nvPicPr>
          <p:cNvPr id="1026" name="Picture 2" descr="Thông báo - Đại học Trà Vinh">
            <a:extLst>
              <a:ext uri="{FF2B5EF4-FFF2-40B4-BE49-F238E27FC236}">
                <a16:creationId xmlns:a16="http://schemas.microsoft.com/office/drawing/2014/main" id="{E57D06D3-1581-951A-A85B-DD1566876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289" y="325091"/>
            <a:ext cx="1489421" cy="148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52387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90762"/>
            <a:ext cx="52387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2681287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Khó khăn hiện tại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205162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Nông dân Miền Tây Nam Bộ vẫn phụ thuộc lớn vào thương lái địa phương và các chợ đầu mối truyền thống.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205287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Hệ quả: Giá cả bấp bênh, bị ép giá do qua quá nhiều tầng lớp trung gian, thiếu kênh quảng bá đặc sản chuyên nghiệp.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72275" y="2681287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Sứ mệnh hệ thống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72275" y="3205162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Website không chỉ là kênh bán hàng mà còn là cầu nối trực tiếp giữa nhà sản xuất và người tiêu dùng.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3919537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Mục tiêu: Số hóa quy trình mua bán, minh bạch thông tin nguồn gốc sản phẩm và nâng tầm thương hiệu nông sản.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Thực trạng và Vấn đề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6500"/>
            <a:ext cx="3492549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6500"/>
            <a:ext cx="3492549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6500"/>
            <a:ext cx="3492549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387584" y="3590925"/>
            <a:ext cx="186023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Kinh doanh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41148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Thiết lập nền tảng thương mại điện tử B2C chuyên biệt cho đặc sản vùng sông nước.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995862" y="3590925"/>
            <a:ext cx="22002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Số hóa dữ liệu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41148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Xây dựng kho dữ liệu minh bạch về nguồn gốc, giá trị dinh dưỡng và chất lượng nông sản.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84150" y="3590925"/>
            <a:ext cx="238029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Tối ưu quản trị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41148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Cung cấp bộ công cụ điều hành đơn hàng và kho hàng khoa học cho người quản lý.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1000" y="28289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6450" y="28289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8289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Mục tiêu nghiên cứu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478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000125" y="2190750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PHP (Backend):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Xử lý logic máy chủ, xác thực và quản lý Session.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00125" y="3000375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MySQL: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Hệ quản trị cơ sở dữ liệu quan hệ, lưu trữ thông tin sản phẩm và đơn hàng.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00125" y="3810000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Bootstrap 5: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Đảm bảo giao diện phản hồi (Responsive) đa thiết bị.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4619625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VS Code &amp; XAMPP: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Môi trường phát triển và máy chủ giả lập Localhost.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14562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2418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33812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643437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Công nghệ và Công cụ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9325"/>
            <a:ext cx="523875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19325"/>
            <a:ext cx="52387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62025" y="2609850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Mô hình MVC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62025" y="313372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Xử lý dữ liệu và quy tắc nghiệp vụ trong Database.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62025" y="384810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View: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Hiển thị thông tin và trải nghiệm người dùng bằng HTML/CSS.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62025" y="456247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Controller: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Điều hướng các luồng yêu cầu giữa Model và View.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72275" y="2609850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Cơ chế Session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72275" y="313372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Sử dụng PHP Session để duy trì trạng thái giỏ hàng xuyên suốt phiên làm việc của khách hàng.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72275" y="384810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Giúp người dùng thêm/bớt sản phẩm linh hoạt mà không cần đăng nhập ngay lập tức.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Kiến trúc hệ thống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18"/>
          <p:cNvGraphicFramePr/>
          <p:nvPr/>
        </p:nvGraphicFramePr>
        <p:xfrm>
          <a:off x="571500" y="2347912"/>
          <a:ext cx="11049000" cy="3190875"/>
        </p:xfrm>
        <a:graphic>
          <a:graphicData uri="http://schemas.openxmlformats.org/drawingml/2006/table">
            <a:tbl>
              <a:tblPr firstRow="1" bandRow="1">
                <a:noFill/>
                <a:tableStyleId>{BDE54FB9-B8C6-47EE-9038-1A83B7FFFB59}</a:tableStyleId>
              </a:tblPr>
              <a:tblGrid>
                <a:gridCol w="233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Tên Bảng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Chức năng chính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Thuộc tính quan trọng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Định danh người dùng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id, email, password, role (admin/user)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Kho dữ liệu nông sản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name, price, image,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orders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Quản lý giao dịch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user_id, total, address,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order_items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Chi tiết đơn hàng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order_id, product_id, qty, 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" name="Google Shape;165;p18"/>
          <p:cNvSpPr/>
          <p:nvPr/>
        </p:nvSpPr>
        <p:spPr>
          <a:xfrm>
            <a:off x="571500" y="2971800"/>
            <a:ext cx="2337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909143" y="2971800"/>
            <a:ext cx="34106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319837" y="2971800"/>
            <a:ext cx="5300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3609975"/>
            <a:ext cx="2337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909143" y="3609975"/>
            <a:ext cx="34106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319837" y="3609975"/>
            <a:ext cx="5300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1500" y="4248150"/>
            <a:ext cx="2337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909143" y="4248150"/>
            <a:ext cx="34106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319837" y="4248150"/>
            <a:ext cx="5300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1500" y="4886325"/>
            <a:ext cx="2337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909143" y="4886325"/>
            <a:ext cx="34106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319837" y="4886325"/>
            <a:ext cx="5300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1500" y="5524500"/>
            <a:ext cx="23376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909143" y="5524500"/>
            <a:ext cx="34106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319837" y="5524500"/>
            <a:ext cx="5300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 Thiết kế Cơ sở dữ liệu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9375"/>
            <a:ext cx="52387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19375"/>
            <a:ext cx="52387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962025" y="3009900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Phân hệ Khách hàng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72275" y="3009900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Phân hệ Quản trị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276350" y="35623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343025" y="356235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Tìm kiếm nông sản thông minh.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276350" y="38481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343025" y="384810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Quản lý giỏ hàng trực quan.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76350" y="41338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343025" y="413385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Quy trình thanh toán COD đơn giản.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276350" y="44196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343025" y="441960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Xem lịch sử đơn hàng cá nhân.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086600" y="35623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153275" y="356235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Quản lý danh mục sản phẩm (CRUD).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086600" y="38481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153275" y="384810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Theo dõi và duyệt đơn hàng mới.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7086600" y="41338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153275" y="413385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Quản lý danh sách người dùng.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086600" y="44196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153275" y="4419600"/>
            <a:ext cx="4076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Dashboard thống kê sản lượng.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6. Phân hệ chức năng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6381750" y="2038350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Trải nghiệm trực quan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381750" y="256222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Giao diện được thiết kế với tông màu xanh lá chủ đạo, gợi cảm giác tươi sạch và an toàn của nông nghiệp.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381750" y="327660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Bootstrap đảm bảo website hiển thị hoàn hảo trên cả máy tính để bàn, máy tính bảng và điện thoại di động.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7. Giao diện Người dùng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60C39-BAEE-9E85-F30C-11C163B3F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45" y="1438378"/>
            <a:ext cx="5846559" cy="3497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71500" y="1471612"/>
            <a:ext cx="52006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8. Bảng điều khiển Admin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29956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Cung cấp cho quản trị viên cái nhìn tổng thể về kho hàng và luồng giao dịch.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00125" y="3862387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Cập nhật giá cả nông sản nhanh chóng.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00125" y="4386262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Xử lý trạng thái đơn hàng (Chờ xử lý, Đã giao).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000125" y="4910137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Quản lý danh mục đặc sản Miền Tây.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EB05A-E4BB-8DC3-ED74-931740852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461" y="127345"/>
            <a:ext cx="3382605" cy="2267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DA5049-07EF-F1E6-4DAC-E175B9984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029" y="127345"/>
            <a:ext cx="3537945" cy="2267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CE5BD0-F009-04CF-6A44-B284EEFE9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461" y="2578919"/>
            <a:ext cx="3382605" cy="1913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BE1724-1AEE-5778-6700-6894977116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3092" y="2578919"/>
            <a:ext cx="3543882" cy="1807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824162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4252912"/>
            <a:ext cx="52387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Chức năng hoàn thiện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381750" y="2824162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Đánh giá vận hành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381750" y="334803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Hệ thống hoạt động ổn định trong môi trường thử nghiệm, tốc độ phản hồi truy vấn nhanh và nhất quán dữ liệu tuyệt đối.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381750" y="43481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Giao diện thân thiện, dễ sử dụng cho cả người không am hiểu công nghệ.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9. Kết quả Đánh giá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2238375" y="2805112"/>
            <a:ext cx="8143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Hạn chế: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Chưa tích hợp thanh toán trực tuyến (Momo, VNPAY) và bảo mật còn ở mức cơ bản.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2238375" y="3614737"/>
            <a:ext cx="8143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Hướng phát triển: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Tích hợp thanh toán điện tử, xây dựng Mobile App (Android/iOS) và triển khai lên Hosting thực tế.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2238375" y="4424362"/>
            <a:ext cx="8143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Kết luận: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Đồ án đã hình thành giải pháp kết nối nông sản địa phương hiệu quả, sẵn sàng cho những nâng cấp chuyên sâu.</a:t>
            </a:r>
            <a:endParaRPr/>
          </a:p>
        </p:txBody>
      </p:sp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82892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63855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48175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10. Hạn chế &amp; Kết luận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3227047" y="1819275"/>
            <a:ext cx="5737904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XIN CẢM ƠN!</a:t>
            </a: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3363664" y="2876550"/>
            <a:ext cx="54646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Quý Thầy/Cô và các bạn đã chú ý lắng nghe.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3363664" y="3752850"/>
            <a:ext cx="546467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Sinh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viên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thực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hiện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Nguyễn Quyền</a:t>
            </a:r>
            <a:endParaRPr dirty="0"/>
          </a:p>
        </p:txBody>
      </p:sp>
      <p:sp>
        <p:nvSpPr>
          <p:cNvPr id="265" name="Google Shape;265;p24"/>
          <p:cNvSpPr txBox="1"/>
          <p:nvPr/>
        </p:nvSpPr>
        <p:spPr>
          <a:xfrm>
            <a:off x="3363664" y="4181475"/>
            <a:ext cx="546467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Email: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quyen.nguyen@tvu.edu.vn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3363664" y="4610100"/>
            <a:ext cx="546467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Nâng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tầm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giá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trị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nông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sản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Miền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Tây qua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công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nghệ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số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Widescreen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Merriweather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Nguyễn Quyền</dc:creator>
  <cp:lastModifiedBy>Nguyễn Quyền</cp:lastModifiedBy>
  <cp:revision>1</cp:revision>
  <dcterms:modified xsi:type="dcterms:W3CDTF">2026-05-10T06:12:40Z</dcterms:modified>
</cp:coreProperties>
</file>